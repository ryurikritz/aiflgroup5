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A-49FF-B1B1-54E8C78C8F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A-49FF-B1B1-54E8C78C8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0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jpg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8" Type="http://schemas.openxmlformats.org/officeDocument/2006/relationships/image" Target="../media/image19.jpg"/><Relationship Id="rId3" Type="http://schemas.microsoft.com/office/2007/relationships/media" Target="../media/media4.mp4"/><Relationship Id="rId7" Type="http://schemas.openxmlformats.org/officeDocument/2006/relationships/image" Target="../media/image18.jp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7.xml.rels><?xml version="1.0" encoding="UTF-8"?><Relationships xmlns="http://schemas.openxmlformats.org/package/2006/relationships"><Relationship Id="rId8" Type="http://schemas.openxmlformats.org/officeDocument/2006/relationships/image" Target="../media/image21.jpg"/><Relationship Id="rId3" Type="http://schemas.microsoft.com/office/2007/relationships/media" Target="../media/media6.mp4"/><Relationship Id="rId7" Type="http://schemas.openxmlformats.org/officeDocument/2006/relationships/image" Target="../media/image20.jp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p4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10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Code Explainers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Industry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</a:t>
            </a: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tmp/assets/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tmp/assets/ic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tmp/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Combined quantified cost of inaction:  </a:t>
            </a: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/tmp/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63040"/>
            <a:ext cx="11155680" cy="49788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LangGraph Wires the Whole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brain in 60 seconds — ingest, classify, route to an agent or to a human.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 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snowflake_ingest → neural_net_predict → copilot_router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agent_alan / ada / grace / human_supervisor → 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Ninja — End-to-End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arrives, Ninja scores its confidence and acts — autonomously, or pausing for human approval.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 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 → autonomous resolution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→ HITL approval  ·  &lt; 0.70 → escalate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INTERACTIVE WORKSPACE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Command-Centre Workspace (HTML)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7635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assets/html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27632"/>
            <a:ext cx="7315200" cy="5086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7597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capstone_project_ninja.html (offline, self-contained)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6760" y="1481328"/>
            <a:ext cx="3319272" cy="868680"/>
          </a:xfrm>
          <a:prstGeom prst="roundRect">
            <a:avLst>
              <a:gd name="adj" fmla="val 6316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0392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WORKSPACE</a:t>
            </a:r>
            <a:endParaRPr lang="en-US" sz="1000" dirty="0"/>
          </a:p>
        </p:txBody>
      </p:sp>
      <p:sp>
        <p:nvSpPr>
          <p:cNvPr id="11" name="Text 8">
            <a:hlinkClick r:id="" action="ppaction://noaction"/>
          </p:cNvPr>
          <p:cNvSpPr/>
          <p:nvPr/>
        </p:nvSpPr>
        <p:spPr>
          <a:xfrm>
            <a:off x="85039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github.com/ryurikritz/AIFLGroup5/</a:t>
            </a:r>
            <a:endParaRPr lang="en-US" sz="850" dirty="0"/>
          </a:p>
          <a:p>
            <a:pPr marL="0" indent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blob/main/capstone_project_ninja.html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2514600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0" y="25877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90.1% / 9.9%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50392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/ HITL split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66760" y="3392424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03920" y="3465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503920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events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270248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03920" y="4343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 min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503920" y="4727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66760" y="5148072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3FA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503920" y="5221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~65%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503920" y="5605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legacy systems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USER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Outage — Without vs. With Ninja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2 A.M. portal outage play out two ways — the manual struggle, then the autonomous “wow.”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NINJA</a:t>
            </a:r>
            <a:endParaRPr lang="en-US" sz="13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hold · no ticket · manual escalation · “maybe by morning.”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NINJA</a:t>
            </a:r>
            <a:endParaRPr lang="en-US" sz="13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&lt; 1s · conf 0.99 · auto-restored · zero human touch — “you’re all set.”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ADMIN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SSL Crisis — Without vs. With Agent 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expiring production certificate, two nights apart — the 3 A.M. scramble, then the calm HITL approval.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AGENT ADA</a:t>
            </a:r>
            <a:endParaRPr lang="en-US" sz="125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at 3 A.M. · cert expired · fragile script · no rollback · alone.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AGENT ADA</a:t>
            </a:r>
            <a:endParaRPr lang="en-US" sz="125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48h early · plan + rollback · conf 0.88 · admin approves in ~45s — HITL.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535424"/>
        </p:xfrm>
        <a:graphic>
          <a:graphicData uri="http://schemas.openxmlformats.org/drawingml/2006/table">
            <a:tbl>
              <a:tblPr/>
              <a:tblGrid>
                <a:gridCol w="5605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tmp/assets/ic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/tmp/assets/ic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/tmp/assets/ic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IT · SAME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&amp; Cross-Industry Expansion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— Snowflake data brain + CoPilot reasoning + the three-agent LangGraph workflow — is domain-agnostic. The same “predict → decide → act” pattern re-skins onto any high-volume operational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code, agent framework and Snowflake schema were already built and paid for during the IT phase — each expansion needs near-zero raw software R&amp;D. Investment shifts to local data connectors and sector-specific compliance; the same three agents are simply re-skinned.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tmp/assets/ic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30168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736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Operations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68680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corporate-paperwork bottlenecks across 140,000 employees — onboarding, payroll, offboarding.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HIGH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81344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55664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63016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70064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INDUSTRY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370064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Hospitals</a:t>
            </a:r>
            <a:endParaRPr lang="en-US" sz="2300" dirty="0"/>
          </a:p>
        </p:txBody>
      </p:sp>
      <p:sp>
        <p:nvSpPr>
          <p:cNvPr id="24" name="Text 20"/>
          <p:cNvSpPr/>
          <p:nvPr/>
        </p:nvSpPr>
        <p:spPr>
          <a:xfrm>
            <a:off x="6501384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Re-skin the identical engine onto patient vitals, ER/ICU bed allocation and pharmacy supply.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01384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501384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MEDIUM-LOW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· RE-SKINNED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Three Agents — New 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 (New Domain)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548640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HR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Welcomer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Provisions email, laptops &amp; badges for new hires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Payroll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Fixes tax &amp; salary errors before payday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Exit Manager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Offboarding paperwork &amp; safe access revocation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Hospitals (New Industry)</a:t>
            </a:r>
            <a:endParaRPr lang="en-US" sz="14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10512"/>
          <a:ext cx="5285232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Clinical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Life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Watches vitals; warns nurses pre-emergency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Bed Allocator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Frees ER/ICU beds to cut wait times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Pharmacy Tracker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Tracks expiry; auto-orders drugs before stockout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Feasibility — Side-by-Side</a:t>
            </a:r>
            <a:endParaRPr lang="en-US" sz="14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05072"/>
          <a:ext cx="11091672" cy="2304288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HR Operations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Smart Hospitals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Data readiness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 — clean HR records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Mixed — legacy clinical systems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Core code reuse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Primary investment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Workday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Epic / Cerner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Compliance hurdle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GDPR (personal data)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HIPAA — stricter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Human-authority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90/10; managers handle exceptions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 background; 100% clinical calls human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Overall feasibility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MEDIUM-LOW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48640" y="6080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entry: ~₹1,08,10,000 (~$130K) — ring-fenced for hospital pipelines, clinical-safety tuning &amp; HIPAA. Zero raw software R&amp;D.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tmp/assets/ic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/tmp/assets/ic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/tmp/assets/ic_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/tmp/assets/ic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/tmp/assets/ic_handsha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2564</Words>
  <Application>Microsoft Macintosh PowerPoint</Application>
  <PresentationFormat>Widescreen</PresentationFormat>
  <Paragraphs>490</Paragraphs>
  <Slides>26</Slides>
  <Notes>26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Ritam Shome</cp:lastModifiedBy>
  <cp:revision>3</cp:revision>
  <dcterms:created xsi:type="dcterms:W3CDTF">2026-06-04T13:43:11Z</dcterms:created>
  <dcterms:modified xsi:type="dcterms:W3CDTF">2026-06-13T15:29:53Z</dcterms:modified>
</cp:coreProperties>
</file>