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9" r:id="rId4"/>
    <p:sldId id="260" r:id="rId5"/>
    <p:sldId id="261" r:id="rId6"/>
    <p:sldId id="258"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C7B51B8-32F3-4778-8358-1D01E87444CD}" v="4" dt="2026-05-14T09:16:44.97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2" d="100"/>
          <a:sy n="102" d="100"/>
        </p:scale>
        <p:origin x="120" y="1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en Costa" userId="93a400af2ba0824e" providerId="LiveId" clId="{5AB4DBB5-DB8A-4C06-B7C4-F8EF7A75655A}"/>
    <pc:docChg chg="undo custSel addSld modSld">
      <pc:chgData name="Len Costa" userId="93a400af2ba0824e" providerId="LiveId" clId="{5AB4DBB5-DB8A-4C06-B7C4-F8EF7A75655A}" dt="2026-05-14T09:16:59.348" v="45" actId="27636"/>
      <pc:docMkLst>
        <pc:docMk/>
      </pc:docMkLst>
      <pc:sldChg chg="addSp delSp modSp mod">
        <pc:chgData name="Len Costa" userId="93a400af2ba0824e" providerId="LiveId" clId="{5AB4DBB5-DB8A-4C06-B7C4-F8EF7A75655A}" dt="2026-05-14T09:16:24.561" v="38" actId="1076"/>
        <pc:sldMkLst>
          <pc:docMk/>
          <pc:sldMk cId="667513561" sldId="258"/>
        </pc:sldMkLst>
        <pc:spChg chg="add del">
          <ac:chgData name="Len Costa" userId="93a400af2ba0824e" providerId="LiveId" clId="{5AB4DBB5-DB8A-4C06-B7C4-F8EF7A75655A}" dt="2026-05-14T09:13:57.001" v="25" actId="22"/>
          <ac:spMkLst>
            <pc:docMk/>
            <pc:sldMk cId="667513561" sldId="258"/>
            <ac:spMk id="9" creationId="{237B0B69-169E-3548-1C2D-9363AD84F98A}"/>
          </ac:spMkLst>
        </pc:spChg>
        <pc:spChg chg="add del">
          <ac:chgData name="Len Costa" userId="93a400af2ba0824e" providerId="LiveId" clId="{5AB4DBB5-DB8A-4C06-B7C4-F8EF7A75655A}" dt="2026-05-14T09:14:06.424" v="27" actId="22"/>
          <ac:spMkLst>
            <pc:docMk/>
            <pc:sldMk cId="667513561" sldId="258"/>
            <ac:spMk id="11" creationId="{F82DA952-63D0-D8EC-8238-0777129C2E46}"/>
          </ac:spMkLst>
        </pc:spChg>
        <pc:spChg chg="add del mod">
          <ac:chgData name="Len Costa" userId="93a400af2ba0824e" providerId="LiveId" clId="{5AB4DBB5-DB8A-4C06-B7C4-F8EF7A75655A}" dt="2026-05-14T09:16:20.861" v="36" actId="478"/>
          <ac:spMkLst>
            <pc:docMk/>
            <pc:sldMk cId="667513561" sldId="258"/>
            <ac:spMk id="13" creationId="{169894C9-1CE9-765F-1B3D-C00ECE921F20}"/>
          </ac:spMkLst>
        </pc:spChg>
        <pc:picChg chg="add mod">
          <ac:chgData name="Len Costa" userId="93a400af2ba0824e" providerId="LiveId" clId="{5AB4DBB5-DB8A-4C06-B7C4-F8EF7A75655A}" dt="2026-05-14T09:16:24.561" v="38" actId="1076"/>
          <ac:picMkLst>
            <pc:docMk/>
            <pc:sldMk cId="667513561" sldId="258"/>
            <ac:picMk id="15" creationId="{A95AC128-7914-F1CA-9074-0A8C86E7CCB2}"/>
          </ac:picMkLst>
        </pc:picChg>
      </pc:sldChg>
      <pc:sldChg chg="modSp mod">
        <pc:chgData name="Len Costa" userId="93a400af2ba0824e" providerId="LiveId" clId="{5AB4DBB5-DB8A-4C06-B7C4-F8EF7A75655A}" dt="2026-05-14T09:16:48.070" v="42" actId="5793"/>
        <pc:sldMkLst>
          <pc:docMk/>
          <pc:sldMk cId="3986411976" sldId="259"/>
        </pc:sldMkLst>
        <pc:spChg chg="mod">
          <ac:chgData name="Len Costa" userId="93a400af2ba0824e" providerId="LiveId" clId="{5AB4DBB5-DB8A-4C06-B7C4-F8EF7A75655A}" dt="2026-05-14T09:16:44.970" v="41"/>
          <ac:spMkLst>
            <pc:docMk/>
            <pc:sldMk cId="3986411976" sldId="259"/>
            <ac:spMk id="2" creationId="{D27C54A3-A1D9-C60C-28E3-AA989F3422B5}"/>
          </ac:spMkLst>
        </pc:spChg>
        <pc:spChg chg="mod">
          <ac:chgData name="Len Costa" userId="93a400af2ba0824e" providerId="LiveId" clId="{5AB4DBB5-DB8A-4C06-B7C4-F8EF7A75655A}" dt="2026-05-14T09:16:48.070" v="42" actId="5793"/>
          <ac:spMkLst>
            <pc:docMk/>
            <pc:sldMk cId="3986411976" sldId="259"/>
            <ac:spMk id="3" creationId="{994546E0-B1E3-37EC-1A74-71428B0D8287}"/>
          </ac:spMkLst>
        </pc:spChg>
      </pc:sldChg>
      <pc:sldChg chg="addSp modSp new mod">
        <pc:chgData name="Len Costa" userId="93a400af2ba0824e" providerId="LiveId" clId="{5AB4DBB5-DB8A-4C06-B7C4-F8EF7A75655A}" dt="2026-05-14T09:16:59.348" v="45" actId="27636"/>
        <pc:sldMkLst>
          <pc:docMk/>
          <pc:sldMk cId="562552858" sldId="261"/>
        </pc:sldMkLst>
        <pc:spChg chg="mod">
          <ac:chgData name="Len Costa" userId="93a400af2ba0824e" providerId="LiveId" clId="{5AB4DBB5-DB8A-4C06-B7C4-F8EF7A75655A}" dt="2026-05-14T09:11:26.999" v="6"/>
          <ac:spMkLst>
            <pc:docMk/>
            <pc:sldMk cId="562552858" sldId="261"/>
            <ac:spMk id="2" creationId="{2782C2A7-0A4A-63E3-2B5C-DCC239566ADB}"/>
          </ac:spMkLst>
        </pc:spChg>
        <pc:spChg chg="mod">
          <ac:chgData name="Len Costa" userId="93a400af2ba0824e" providerId="LiveId" clId="{5AB4DBB5-DB8A-4C06-B7C4-F8EF7A75655A}" dt="2026-05-14T09:16:59.348" v="45" actId="27636"/>
          <ac:spMkLst>
            <pc:docMk/>
            <pc:sldMk cId="562552858" sldId="261"/>
            <ac:spMk id="3" creationId="{D82408E6-16DC-EF55-4F03-049E1970169C}"/>
          </ac:spMkLst>
        </pc:spChg>
        <pc:spChg chg="add">
          <ac:chgData name="Len Costa" userId="93a400af2ba0824e" providerId="LiveId" clId="{5AB4DBB5-DB8A-4C06-B7C4-F8EF7A75655A}" dt="2026-05-14T09:11:19.375" v="1"/>
          <ac:spMkLst>
            <pc:docMk/>
            <pc:sldMk cId="562552858" sldId="261"/>
            <ac:spMk id="4" creationId="{53252B11-C459-2A04-24CF-26DD186D6DE2}"/>
          </ac:spMkLst>
        </pc:spChg>
        <pc:spChg chg="add">
          <ac:chgData name="Len Costa" userId="93a400af2ba0824e" providerId="LiveId" clId="{5AB4DBB5-DB8A-4C06-B7C4-F8EF7A75655A}" dt="2026-05-14T09:11:19.375" v="1"/>
          <ac:spMkLst>
            <pc:docMk/>
            <pc:sldMk cId="562552858" sldId="261"/>
            <ac:spMk id="5" creationId="{0D630848-3E88-EFBD-E720-D2837C6EB30A}"/>
          </ac:spMkLst>
        </pc:spChg>
        <pc:spChg chg="add">
          <ac:chgData name="Len Costa" userId="93a400af2ba0824e" providerId="LiveId" clId="{5AB4DBB5-DB8A-4C06-B7C4-F8EF7A75655A}" dt="2026-05-14T09:11:19.375" v="1"/>
          <ac:spMkLst>
            <pc:docMk/>
            <pc:sldMk cId="562552858" sldId="261"/>
            <ac:spMk id="6" creationId="{58DACBD2-99B4-AE43-4334-04AD05AC917F}"/>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A1CCFA-1B66-9B9F-7768-3786FF2ED29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B4BCB189-1BD7-DDBE-DC5D-F3B224484BF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75370AC6-7766-D16C-C191-7FE9ACBAEB05}"/>
              </a:ext>
            </a:extLst>
          </p:cNvPr>
          <p:cNvSpPr>
            <a:spLocks noGrp="1"/>
          </p:cNvSpPr>
          <p:nvPr>
            <p:ph type="dt" sz="half" idx="10"/>
          </p:nvPr>
        </p:nvSpPr>
        <p:spPr/>
        <p:txBody>
          <a:bodyPr/>
          <a:lstStyle/>
          <a:p>
            <a:fld id="{10925CD6-FC67-484F-A8B1-AA143651D307}" type="datetimeFigureOut">
              <a:rPr lang="en-IN" smtClean="0"/>
              <a:t>14-05-2026</a:t>
            </a:fld>
            <a:endParaRPr lang="en-IN"/>
          </a:p>
        </p:txBody>
      </p:sp>
      <p:sp>
        <p:nvSpPr>
          <p:cNvPr id="5" name="Footer Placeholder 4">
            <a:extLst>
              <a:ext uri="{FF2B5EF4-FFF2-40B4-BE49-F238E27FC236}">
                <a16:creationId xmlns:a16="http://schemas.microsoft.com/office/drawing/2014/main" id="{508A03C7-CF03-F562-6665-4E43EA2B4B1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CE77396-FBA2-9680-1B29-ABB4E2147D98}"/>
              </a:ext>
            </a:extLst>
          </p:cNvPr>
          <p:cNvSpPr>
            <a:spLocks noGrp="1"/>
          </p:cNvSpPr>
          <p:nvPr>
            <p:ph type="sldNum" sz="quarter" idx="12"/>
          </p:nvPr>
        </p:nvSpPr>
        <p:spPr/>
        <p:txBody>
          <a:bodyPr/>
          <a:lstStyle/>
          <a:p>
            <a:fld id="{2F42D5F6-077F-4D3A-87DC-CABDFCC83F79}" type="slidenum">
              <a:rPr lang="en-IN" smtClean="0"/>
              <a:t>‹#›</a:t>
            </a:fld>
            <a:endParaRPr lang="en-IN"/>
          </a:p>
        </p:txBody>
      </p:sp>
    </p:spTree>
    <p:extLst>
      <p:ext uri="{BB962C8B-B14F-4D97-AF65-F5344CB8AC3E}">
        <p14:creationId xmlns:p14="http://schemas.microsoft.com/office/powerpoint/2010/main" val="38901081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7B72C9-7C36-02B7-5336-3D64251CDE4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0A8A385-7243-F096-A810-D6C34612DAC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0863F84-40FC-7102-291B-7CDFB97ECB4E}"/>
              </a:ext>
            </a:extLst>
          </p:cNvPr>
          <p:cNvSpPr>
            <a:spLocks noGrp="1"/>
          </p:cNvSpPr>
          <p:nvPr>
            <p:ph type="dt" sz="half" idx="10"/>
          </p:nvPr>
        </p:nvSpPr>
        <p:spPr/>
        <p:txBody>
          <a:bodyPr/>
          <a:lstStyle/>
          <a:p>
            <a:fld id="{10925CD6-FC67-484F-A8B1-AA143651D307}" type="datetimeFigureOut">
              <a:rPr lang="en-IN" smtClean="0"/>
              <a:t>14-05-2026</a:t>
            </a:fld>
            <a:endParaRPr lang="en-IN"/>
          </a:p>
        </p:txBody>
      </p:sp>
      <p:sp>
        <p:nvSpPr>
          <p:cNvPr id="5" name="Footer Placeholder 4">
            <a:extLst>
              <a:ext uri="{FF2B5EF4-FFF2-40B4-BE49-F238E27FC236}">
                <a16:creationId xmlns:a16="http://schemas.microsoft.com/office/drawing/2014/main" id="{27483F2A-A5D4-61D5-7F95-99372BD64F0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7FAFC5E-42B4-4D46-A324-B21E571C49A9}"/>
              </a:ext>
            </a:extLst>
          </p:cNvPr>
          <p:cNvSpPr>
            <a:spLocks noGrp="1"/>
          </p:cNvSpPr>
          <p:nvPr>
            <p:ph type="sldNum" sz="quarter" idx="12"/>
          </p:nvPr>
        </p:nvSpPr>
        <p:spPr/>
        <p:txBody>
          <a:bodyPr/>
          <a:lstStyle/>
          <a:p>
            <a:fld id="{2F42D5F6-077F-4D3A-87DC-CABDFCC83F79}" type="slidenum">
              <a:rPr lang="en-IN" smtClean="0"/>
              <a:t>‹#›</a:t>
            </a:fld>
            <a:endParaRPr lang="en-IN"/>
          </a:p>
        </p:txBody>
      </p:sp>
    </p:spTree>
    <p:extLst>
      <p:ext uri="{BB962C8B-B14F-4D97-AF65-F5344CB8AC3E}">
        <p14:creationId xmlns:p14="http://schemas.microsoft.com/office/powerpoint/2010/main" val="32364067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7F1DD-685B-4E6C-AFF1-54606B35411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0393E29-FADB-2E25-F72B-C26F015370D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6AD3358-204D-877F-C395-5015CE781717}"/>
              </a:ext>
            </a:extLst>
          </p:cNvPr>
          <p:cNvSpPr>
            <a:spLocks noGrp="1"/>
          </p:cNvSpPr>
          <p:nvPr>
            <p:ph type="dt" sz="half" idx="10"/>
          </p:nvPr>
        </p:nvSpPr>
        <p:spPr/>
        <p:txBody>
          <a:bodyPr/>
          <a:lstStyle/>
          <a:p>
            <a:fld id="{10925CD6-FC67-484F-A8B1-AA143651D307}" type="datetimeFigureOut">
              <a:rPr lang="en-IN" smtClean="0"/>
              <a:t>14-05-2026</a:t>
            </a:fld>
            <a:endParaRPr lang="en-IN"/>
          </a:p>
        </p:txBody>
      </p:sp>
      <p:sp>
        <p:nvSpPr>
          <p:cNvPr id="5" name="Footer Placeholder 4">
            <a:extLst>
              <a:ext uri="{FF2B5EF4-FFF2-40B4-BE49-F238E27FC236}">
                <a16:creationId xmlns:a16="http://schemas.microsoft.com/office/drawing/2014/main" id="{87947609-313B-41D5-C456-A3D446876C2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5495B8E-0D35-4416-4556-C6A7BDEAFB5F}"/>
              </a:ext>
            </a:extLst>
          </p:cNvPr>
          <p:cNvSpPr>
            <a:spLocks noGrp="1"/>
          </p:cNvSpPr>
          <p:nvPr>
            <p:ph type="sldNum" sz="quarter" idx="12"/>
          </p:nvPr>
        </p:nvSpPr>
        <p:spPr/>
        <p:txBody>
          <a:bodyPr/>
          <a:lstStyle/>
          <a:p>
            <a:fld id="{2F42D5F6-077F-4D3A-87DC-CABDFCC83F79}" type="slidenum">
              <a:rPr lang="en-IN" smtClean="0"/>
              <a:t>‹#›</a:t>
            </a:fld>
            <a:endParaRPr lang="en-IN"/>
          </a:p>
        </p:txBody>
      </p:sp>
    </p:spTree>
    <p:extLst>
      <p:ext uri="{BB962C8B-B14F-4D97-AF65-F5344CB8AC3E}">
        <p14:creationId xmlns:p14="http://schemas.microsoft.com/office/powerpoint/2010/main" val="20984818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B68F32-3D97-18F4-9CCB-DCD042999FF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F4F6B1F-6FA6-E9DD-5444-598F2C149B7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1C35BFD0-B85E-F8E5-B983-9C4A585B793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FD48F319-E6FF-F3E0-447A-347F3B260C8D}"/>
              </a:ext>
            </a:extLst>
          </p:cNvPr>
          <p:cNvSpPr>
            <a:spLocks noGrp="1"/>
          </p:cNvSpPr>
          <p:nvPr>
            <p:ph type="dt" sz="half" idx="10"/>
          </p:nvPr>
        </p:nvSpPr>
        <p:spPr/>
        <p:txBody>
          <a:bodyPr/>
          <a:lstStyle/>
          <a:p>
            <a:fld id="{10925CD6-FC67-484F-A8B1-AA143651D307}" type="datetimeFigureOut">
              <a:rPr lang="en-IN" smtClean="0"/>
              <a:t>14-05-2026</a:t>
            </a:fld>
            <a:endParaRPr lang="en-IN"/>
          </a:p>
        </p:txBody>
      </p:sp>
      <p:sp>
        <p:nvSpPr>
          <p:cNvPr id="6" name="Footer Placeholder 5">
            <a:extLst>
              <a:ext uri="{FF2B5EF4-FFF2-40B4-BE49-F238E27FC236}">
                <a16:creationId xmlns:a16="http://schemas.microsoft.com/office/drawing/2014/main" id="{C322AF05-6A77-7623-8FC6-438B7641606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3EC2449-5F9A-7FA0-8916-E9980DF53EA3}"/>
              </a:ext>
            </a:extLst>
          </p:cNvPr>
          <p:cNvSpPr>
            <a:spLocks noGrp="1"/>
          </p:cNvSpPr>
          <p:nvPr>
            <p:ph type="sldNum" sz="quarter" idx="12"/>
          </p:nvPr>
        </p:nvSpPr>
        <p:spPr/>
        <p:txBody>
          <a:bodyPr/>
          <a:lstStyle/>
          <a:p>
            <a:fld id="{2F42D5F6-077F-4D3A-87DC-CABDFCC83F79}" type="slidenum">
              <a:rPr lang="en-IN" smtClean="0"/>
              <a:t>‹#›</a:t>
            </a:fld>
            <a:endParaRPr lang="en-IN"/>
          </a:p>
        </p:txBody>
      </p:sp>
    </p:spTree>
    <p:extLst>
      <p:ext uri="{BB962C8B-B14F-4D97-AF65-F5344CB8AC3E}">
        <p14:creationId xmlns:p14="http://schemas.microsoft.com/office/powerpoint/2010/main" val="27480879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D3F9C6-6C4C-981A-2523-93E360AC1690}"/>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B376CD1-2E0E-E7FD-A154-0AFC2806EB2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5F1A957-560D-844F-78A5-FB1024756AE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636E43D7-78D5-8267-75BC-A470AA434D2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95645C8-2F4A-359D-5E2E-A700F8DE3D9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7ED5A87-0FDA-3A96-CFBD-512274842010}"/>
              </a:ext>
            </a:extLst>
          </p:cNvPr>
          <p:cNvSpPr>
            <a:spLocks noGrp="1"/>
          </p:cNvSpPr>
          <p:nvPr>
            <p:ph type="dt" sz="half" idx="10"/>
          </p:nvPr>
        </p:nvSpPr>
        <p:spPr/>
        <p:txBody>
          <a:bodyPr/>
          <a:lstStyle/>
          <a:p>
            <a:fld id="{10925CD6-FC67-484F-A8B1-AA143651D307}" type="datetimeFigureOut">
              <a:rPr lang="en-IN" smtClean="0"/>
              <a:t>14-05-2026</a:t>
            </a:fld>
            <a:endParaRPr lang="en-IN"/>
          </a:p>
        </p:txBody>
      </p:sp>
      <p:sp>
        <p:nvSpPr>
          <p:cNvPr id="8" name="Footer Placeholder 7">
            <a:extLst>
              <a:ext uri="{FF2B5EF4-FFF2-40B4-BE49-F238E27FC236}">
                <a16:creationId xmlns:a16="http://schemas.microsoft.com/office/drawing/2014/main" id="{7BEEC5D6-F201-746E-95F1-1D4706C170E9}"/>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DD131487-E31D-3446-278F-5B7508B63FEB}"/>
              </a:ext>
            </a:extLst>
          </p:cNvPr>
          <p:cNvSpPr>
            <a:spLocks noGrp="1"/>
          </p:cNvSpPr>
          <p:nvPr>
            <p:ph type="sldNum" sz="quarter" idx="12"/>
          </p:nvPr>
        </p:nvSpPr>
        <p:spPr/>
        <p:txBody>
          <a:bodyPr/>
          <a:lstStyle/>
          <a:p>
            <a:fld id="{2F42D5F6-077F-4D3A-87DC-CABDFCC83F79}" type="slidenum">
              <a:rPr lang="en-IN" smtClean="0"/>
              <a:t>‹#›</a:t>
            </a:fld>
            <a:endParaRPr lang="en-IN"/>
          </a:p>
        </p:txBody>
      </p:sp>
    </p:spTree>
    <p:extLst>
      <p:ext uri="{BB962C8B-B14F-4D97-AF65-F5344CB8AC3E}">
        <p14:creationId xmlns:p14="http://schemas.microsoft.com/office/powerpoint/2010/main" val="7391256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E8D400-CAF3-FDC4-5DA0-2402DA7A229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2FA035BF-CBB5-48C4-C0AE-87A723CD1995}"/>
              </a:ext>
            </a:extLst>
          </p:cNvPr>
          <p:cNvSpPr>
            <a:spLocks noGrp="1"/>
          </p:cNvSpPr>
          <p:nvPr>
            <p:ph type="dt" sz="half" idx="10"/>
          </p:nvPr>
        </p:nvSpPr>
        <p:spPr/>
        <p:txBody>
          <a:bodyPr/>
          <a:lstStyle/>
          <a:p>
            <a:fld id="{10925CD6-FC67-484F-A8B1-AA143651D307}" type="datetimeFigureOut">
              <a:rPr lang="en-IN" smtClean="0"/>
              <a:t>14-05-2026</a:t>
            </a:fld>
            <a:endParaRPr lang="en-IN"/>
          </a:p>
        </p:txBody>
      </p:sp>
      <p:sp>
        <p:nvSpPr>
          <p:cNvPr id="4" name="Footer Placeholder 3">
            <a:extLst>
              <a:ext uri="{FF2B5EF4-FFF2-40B4-BE49-F238E27FC236}">
                <a16:creationId xmlns:a16="http://schemas.microsoft.com/office/drawing/2014/main" id="{F1DF653D-3FDE-1137-DCA3-FD591DA0F896}"/>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B7E72AE5-FBD5-BA6F-F89D-FA8461F832A9}"/>
              </a:ext>
            </a:extLst>
          </p:cNvPr>
          <p:cNvSpPr>
            <a:spLocks noGrp="1"/>
          </p:cNvSpPr>
          <p:nvPr>
            <p:ph type="sldNum" sz="quarter" idx="12"/>
          </p:nvPr>
        </p:nvSpPr>
        <p:spPr/>
        <p:txBody>
          <a:bodyPr/>
          <a:lstStyle/>
          <a:p>
            <a:fld id="{2F42D5F6-077F-4D3A-87DC-CABDFCC83F79}" type="slidenum">
              <a:rPr lang="en-IN" smtClean="0"/>
              <a:t>‹#›</a:t>
            </a:fld>
            <a:endParaRPr lang="en-IN"/>
          </a:p>
        </p:txBody>
      </p:sp>
    </p:spTree>
    <p:extLst>
      <p:ext uri="{BB962C8B-B14F-4D97-AF65-F5344CB8AC3E}">
        <p14:creationId xmlns:p14="http://schemas.microsoft.com/office/powerpoint/2010/main" val="17876764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FCC5DBE-8AC8-30E6-059D-7D5C35C26943}"/>
              </a:ext>
            </a:extLst>
          </p:cNvPr>
          <p:cNvSpPr>
            <a:spLocks noGrp="1"/>
          </p:cNvSpPr>
          <p:nvPr>
            <p:ph type="dt" sz="half" idx="10"/>
          </p:nvPr>
        </p:nvSpPr>
        <p:spPr/>
        <p:txBody>
          <a:bodyPr/>
          <a:lstStyle/>
          <a:p>
            <a:fld id="{10925CD6-FC67-484F-A8B1-AA143651D307}" type="datetimeFigureOut">
              <a:rPr lang="en-IN" smtClean="0"/>
              <a:t>14-05-2026</a:t>
            </a:fld>
            <a:endParaRPr lang="en-IN"/>
          </a:p>
        </p:txBody>
      </p:sp>
      <p:sp>
        <p:nvSpPr>
          <p:cNvPr id="3" name="Footer Placeholder 2">
            <a:extLst>
              <a:ext uri="{FF2B5EF4-FFF2-40B4-BE49-F238E27FC236}">
                <a16:creationId xmlns:a16="http://schemas.microsoft.com/office/drawing/2014/main" id="{E0CCDBBE-86BB-223A-4624-1CF64CC402B8}"/>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49F545DA-899C-89A7-F8CC-5B731A7243AF}"/>
              </a:ext>
            </a:extLst>
          </p:cNvPr>
          <p:cNvSpPr>
            <a:spLocks noGrp="1"/>
          </p:cNvSpPr>
          <p:nvPr>
            <p:ph type="sldNum" sz="quarter" idx="12"/>
          </p:nvPr>
        </p:nvSpPr>
        <p:spPr/>
        <p:txBody>
          <a:bodyPr/>
          <a:lstStyle/>
          <a:p>
            <a:fld id="{2F42D5F6-077F-4D3A-87DC-CABDFCC83F79}" type="slidenum">
              <a:rPr lang="en-IN" smtClean="0"/>
              <a:t>‹#›</a:t>
            </a:fld>
            <a:endParaRPr lang="en-IN"/>
          </a:p>
        </p:txBody>
      </p:sp>
    </p:spTree>
    <p:extLst>
      <p:ext uri="{BB962C8B-B14F-4D97-AF65-F5344CB8AC3E}">
        <p14:creationId xmlns:p14="http://schemas.microsoft.com/office/powerpoint/2010/main" val="22742575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F24707-3F7F-8AEB-C6F1-6735D390BB8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70A793D-8364-03C4-F2F2-8D9F8BF44DE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5C20AA40-1A06-CD1B-0AE2-7C1A8F86D84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402F44F-0E5E-4236-8137-4CAAC0506801}"/>
              </a:ext>
            </a:extLst>
          </p:cNvPr>
          <p:cNvSpPr>
            <a:spLocks noGrp="1"/>
          </p:cNvSpPr>
          <p:nvPr>
            <p:ph type="dt" sz="half" idx="10"/>
          </p:nvPr>
        </p:nvSpPr>
        <p:spPr/>
        <p:txBody>
          <a:bodyPr/>
          <a:lstStyle/>
          <a:p>
            <a:fld id="{10925CD6-FC67-484F-A8B1-AA143651D307}" type="datetimeFigureOut">
              <a:rPr lang="en-IN" smtClean="0"/>
              <a:t>14-05-2026</a:t>
            </a:fld>
            <a:endParaRPr lang="en-IN"/>
          </a:p>
        </p:txBody>
      </p:sp>
      <p:sp>
        <p:nvSpPr>
          <p:cNvPr id="6" name="Footer Placeholder 5">
            <a:extLst>
              <a:ext uri="{FF2B5EF4-FFF2-40B4-BE49-F238E27FC236}">
                <a16:creationId xmlns:a16="http://schemas.microsoft.com/office/drawing/2014/main" id="{A3922BA7-A80B-09D1-49D1-0F545DBDA85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236A64D-E5FC-AD4E-95A4-25728A0DB475}"/>
              </a:ext>
            </a:extLst>
          </p:cNvPr>
          <p:cNvSpPr>
            <a:spLocks noGrp="1"/>
          </p:cNvSpPr>
          <p:nvPr>
            <p:ph type="sldNum" sz="quarter" idx="12"/>
          </p:nvPr>
        </p:nvSpPr>
        <p:spPr/>
        <p:txBody>
          <a:bodyPr/>
          <a:lstStyle/>
          <a:p>
            <a:fld id="{2F42D5F6-077F-4D3A-87DC-CABDFCC83F79}" type="slidenum">
              <a:rPr lang="en-IN" smtClean="0"/>
              <a:t>‹#›</a:t>
            </a:fld>
            <a:endParaRPr lang="en-IN"/>
          </a:p>
        </p:txBody>
      </p:sp>
    </p:spTree>
    <p:extLst>
      <p:ext uri="{BB962C8B-B14F-4D97-AF65-F5344CB8AC3E}">
        <p14:creationId xmlns:p14="http://schemas.microsoft.com/office/powerpoint/2010/main" val="33140320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97D058-5412-84D1-30B7-3BEC528FC8A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2CCE5F6D-DEEC-D80E-C913-51E5ACE94AD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347729ED-3EDC-786C-0A7C-0438A1EF366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857E448-61BD-2DA5-4889-85E1985AECD5}"/>
              </a:ext>
            </a:extLst>
          </p:cNvPr>
          <p:cNvSpPr>
            <a:spLocks noGrp="1"/>
          </p:cNvSpPr>
          <p:nvPr>
            <p:ph type="dt" sz="half" idx="10"/>
          </p:nvPr>
        </p:nvSpPr>
        <p:spPr/>
        <p:txBody>
          <a:bodyPr/>
          <a:lstStyle/>
          <a:p>
            <a:fld id="{10925CD6-FC67-484F-A8B1-AA143651D307}" type="datetimeFigureOut">
              <a:rPr lang="en-IN" smtClean="0"/>
              <a:t>14-05-2026</a:t>
            </a:fld>
            <a:endParaRPr lang="en-IN"/>
          </a:p>
        </p:txBody>
      </p:sp>
      <p:sp>
        <p:nvSpPr>
          <p:cNvPr id="6" name="Footer Placeholder 5">
            <a:extLst>
              <a:ext uri="{FF2B5EF4-FFF2-40B4-BE49-F238E27FC236}">
                <a16:creationId xmlns:a16="http://schemas.microsoft.com/office/drawing/2014/main" id="{BF0C09AE-024B-AE6A-C8E1-3107192DB3A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2F8F2A1-5328-9384-B515-B7BC56DE0235}"/>
              </a:ext>
            </a:extLst>
          </p:cNvPr>
          <p:cNvSpPr>
            <a:spLocks noGrp="1"/>
          </p:cNvSpPr>
          <p:nvPr>
            <p:ph type="sldNum" sz="quarter" idx="12"/>
          </p:nvPr>
        </p:nvSpPr>
        <p:spPr/>
        <p:txBody>
          <a:bodyPr/>
          <a:lstStyle/>
          <a:p>
            <a:fld id="{2F42D5F6-077F-4D3A-87DC-CABDFCC83F79}" type="slidenum">
              <a:rPr lang="en-IN" smtClean="0"/>
              <a:t>‹#›</a:t>
            </a:fld>
            <a:endParaRPr lang="en-IN"/>
          </a:p>
        </p:txBody>
      </p:sp>
    </p:spTree>
    <p:extLst>
      <p:ext uri="{BB962C8B-B14F-4D97-AF65-F5344CB8AC3E}">
        <p14:creationId xmlns:p14="http://schemas.microsoft.com/office/powerpoint/2010/main" val="31518768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1E2610-C4FE-7D28-B774-702C366C757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58FD774-DC4A-3363-EEA0-C5233976D10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6502F2D-2134-CC33-6B8C-DD8EDD2C06EF}"/>
              </a:ext>
            </a:extLst>
          </p:cNvPr>
          <p:cNvSpPr>
            <a:spLocks noGrp="1"/>
          </p:cNvSpPr>
          <p:nvPr>
            <p:ph type="dt" sz="half" idx="10"/>
          </p:nvPr>
        </p:nvSpPr>
        <p:spPr/>
        <p:txBody>
          <a:bodyPr/>
          <a:lstStyle/>
          <a:p>
            <a:fld id="{10925CD6-FC67-484F-A8B1-AA143651D307}" type="datetimeFigureOut">
              <a:rPr lang="en-IN" smtClean="0"/>
              <a:t>14-05-2026</a:t>
            </a:fld>
            <a:endParaRPr lang="en-IN"/>
          </a:p>
        </p:txBody>
      </p:sp>
      <p:sp>
        <p:nvSpPr>
          <p:cNvPr id="5" name="Footer Placeholder 4">
            <a:extLst>
              <a:ext uri="{FF2B5EF4-FFF2-40B4-BE49-F238E27FC236}">
                <a16:creationId xmlns:a16="http://schemas.microsoft.com/office/drawing/2014/main" id="{75D53DB1-DA05-A76C-3A87-50F0681CB96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F16D76A-92FB-A0B3-06D9-1A8413DE59B3}"/>
              </a:ext>
            </a:extLst>
          </p:cNvPr>
          <p:cNvSpPr>
            <a:spLocks noGrp="1"/>
          </p:cNvSpPr>
          <p:nvPr>
            <p:ph type="sldNum" sz="quarter" idx="12"/>
          </p:nvPr>
        </p:nvSpPr>
        <p:spPr/>
        <p:txBody>
          <a:bodyPr/>
          <a:lstStyle/>
          <a:p>
            <a:fld id="{2F42D5F6-077F-4D3A-87DC-CABDFCC83F79}" type="slidenum">
              <a:rPr lang="en-IN" smtClean="0"/>
              <a:t>‹#›</a:t>
            </a:fld>
            <a:endParaRPr lang="en-IN"/>
          </a:p>
        </p:txBody>
      </p:sp>
    </p:spTree>
    <p:extLst>
      <p:ext uri="{BB962C8B-B14F-4D97-AF65-F5344CB8AC3E}">
        <p14:creationId xmlns:p14="http://schemas.microsoft.com/office/powerpoint/2010/main" val="30335967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9246912-B863-BC07-AFF0-E689A09569B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EFE8329-A1D7-BAD7-DCB9-F6923E93343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FBEC6DC-E1B7-D1D1-C7AC-EE970E42AFB2}"/>
              </a:ext>
            </a:extLst>
          </p:cNvPr>
          <p:cNvSpPr>
            <a:spLocks noGrp="1"/>
          </p:cNvSpPr>
          <p:nvPr>
            <p:ph type="dt" sz="half" idx="10"/>
          </p:nvPr>
        </p:nvSpPr>
        <p:spPr/>
        <p:txBody>
          <a:bodyPr/>
          <a:lstStyle/>
          <a:p>
            <a:fld id="{10925CD6-FC67-484F-A8B1-AA143651D307}" type="datetimeFigureOut">
              <a:rPr lang="en-IN" smtClean="0"/>
              <a:t>14-05-2026</a:t>
            </a:fld>
            <a:endParaRPr lang="en-IN"/>
          </a:p>
        </p:txBody>
      </p:sp>
      <p:sp>
        <p:nvSpPr>
          <p:cNvPr id="5" name="Footer Placeholder 4">
            <a:extLst>
              <a:ext uri="{FF2B5EF4-FFF2-40B4-BE49-F238E27FC236}">
                <a16:creationId xmlns:a16="http://schemas.microsoft.com/office/drawing/2014/main" id="{CBF5F585-423C-BC3F-9622-B1CE931AE24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CA27B2E-8718-44F2-AEF8-BE0B556EC9F7}"/>
              </a:ext>
            </a:extLst>
          </p:cNvPr>
          <p:cNvSpPr>
            <a:spLocks noGrp="1"/>
          </p:cNvSpPr>
          <p:nvPr>
            <p:ph type="sldNum" sz="quarter" idx="12"/>
          </p:nvPr>
        </p:nvSpPr>
        <p:spPr/>
        <p:txBody>
          <a:bodyPr/>
          <a:lstStyle/>
          <a:p>
            <a:fld id="{2F42D5F6-077F-4D3A-87DC-CABDFCC83F79}" type="slidenum">
              <a:rPr lang="en-IN" smtClean="0"/>
              <a:t>‹#›</a:t>
            </a:fld>
            <a:endParaRPr lang="en-IN"/>
          </a:p>
        </p:txBody>
      </p:sp>
    </p:spTree>
    <p:extLst>
      <p:ext uri="{BB962C8B-B14F-4D97-AF65-F5344CB8AC3E}">
        <p14:creationId xmlns:p14="http://schemas.microsoft.com/office/powerpoint/2010/main" val="40130530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F87F092-2C9C-609B-E734-01D5E1399F0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5AFEB2D-8D5F-F9BB-B82A-01138B23195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EDF02F0-FE59-E961-4440-C0FE04CA936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0925CD6-FC67-484F-A8B1-AA143651D307}" type="datetimeFigureOut">
              <a:rPr lang="en-IN" smtClean="0"/>
              <a:t>14-05-2026</a:t>
            </a:fld>
            <a:endParaRPr lang="en-IN"/>
          </a:p>
        </p:txBody>
      </p:sp>
      <p:sp>
        <p:nvSpPr>
          <p:cNvPr id="5" name="Footer Placeholder 4">
            <a:extLst>
              <a:ext uri="{FF2B5EF4-FFF2-40B4-BE49-F238E27FC236}">
                <a16:creationId xmlns:a16="http://schemas.microsoft.com/office/drawing/2014/main" id="{E6BCCA36-4186-045F-D174-A0CDD1D8417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150A2BA3-55DA-ACEF-BE23-F5BD7195656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F42D5F6-077F-4D3A-87DC-CABDFCC83F79}" type="slidenum">
              <a:rPr lang="en-IN" smtClean="0"/>
              <a:t>‹#›</a:t>
            </a:fld>
            <a:endParaRPr lang="en-IN"/>
          </a:p>
        </p:txBody>
      </p:sp>
    </p:spTree>
    <p:extLst>
      <p:ext uri="{BB962C8B-B14F-4D97-AF65-F5344CB8AC3E}">
        <p14:creationId xmlns:p14="http://schemas.microsoft.com/office/powerpoint/2010/main" val="34405685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29DBB1-9744-6C58-287C-DB864BE81DC7}"/>
              </a:ext>
            </a:extLst>
          </p:cNvPr>
          <p:cNvSpPr>
            <a:spLocks noGrp="1"/>
          </p:cNvSpPr>
          <p:nvPr>
            <p:ph type="ctrTitle"/>
          </p:nvPr>
        </p:nvSpPr>
        <p:spPr/>
        <p:txBody>
          <a:bodyPr/>
          <a:lstStyle/>
          <a:p>
            <a:r>
              <a:rPr lang="en-US" dirty="0">
                <a:latin typeface="Arial" panose="020B0604020202020204" pitchFamily="34" charset="0"/>
                <a:cs typeface="Arial" panose="020B0604020202020204" pitchFamily="34" charset="0"/>
              </a:rPr>
              <a:t>Intelligent Triage</a:t>
            </a:r>
            <a:endParaRPr lang="en-IN" dirty="0">
              <a:latin typeface="Arial" panose="020B0604020202020204" pitchFamily="34" charset="0"/>
              <a:cs typeface="Arial" panose="020B0604020202020204" pitchFamily="34" charset="0"/>
            </a:endParaRPr>
          </a:p>
        </p:txBody>
      </p:sp>
      <p:sp>
        <p:nvSpPr>
          <p:cNvPr id="3" name="Subtitle 2">
            <a:extLst>
              <a:ext uri="{FF2B5EF4-FFF2-40B4-BE49-F238E27FC236}">
                <a16:creationId xmlns:a16="http://schemas.microsoft.com/office/drawing/2014/main" id="{64090BD9-A533-AB09-AE1C-EC3B57058FC1}"/>
              </a:ext>
            </a:extLst>
          </p:cNvPr>
          <p:cNvSpPr>
            <a:spLocks noGrp="1"/>
          </p:cNvSpPr>
          <p:nvPr>
            <p:ph type="subTitle" idx="1"/>
          </p:nvPr>
        </p:nvSpPr>
        <p:spPr/>
        <p:txBody>
          <a:bodyPr/>
          <a:lstStyle/>
          <a:p>
            <a:r>
              <a:rPr lang="en-US" dirty="0">
                <a:latin typeface="Arial" panose="020B0604020202020204" pitchFamily="34" charset="0"/>
                <a:cs typeface="Arial" panose="020B0604020202020204" pitchFamily="34" charset="0"/>
              </a:rPr>
              <a:t>AI-Driven Incident Command: Centralizing Operations for Reduced Manual Overhead</a:t>
            </a:r>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712322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1EB394-1756-1712-8588-91A77DCE6048}"/>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PROBLEM STATEMENT</a:t>
            </a:r>
            <a:endParaRPr lang="en-IN"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ABD08F92-6884-5DA5-E763-24A74CEDD221}"/>
              </a:ext>
            </a:extLst>
          </p:cNvPr>
          <p:cNvSpPr>
            <a:spLocks noGrp="1"/>
          </p:cNvSpPr>
          <p:nvPr>
            <p:ph idx="1"/>
          </p:nvPr>
        </p:nvSpPr>
        <p:spPr/>
        <p:txBody>
          <a:bodyPr>
            <a:normAutofit/>
          </a:bodyPr>
          <a:lstStyle/>
          <a:p>
            <a:pPr marL="0" indent="0">
              <a:buNone/>
            </a:pPr>
            <a:r>
              <a:rPr lang="en-US" sz="2000" dirty="0"/>
              <a:t>The newly appointed Chief Technology Officer (CTO) of a service-led organization has been tasked with improving the efficiency and responsiveness of incident management operations, while simultaneously reducing the resource footprint of these activities.</a:t>
            </a:r>
          </a:p>
          <a:p>
            <a:pPr marL="0" indent="0">
              <a:buNone/>
            </a:pPr>
            <a:r>
              <a:rPr lang="en-US" sz="2000" dirty="0"/>
              <a:t>Currently, the company’s incident management process is fragmented across multiple dashboards and monitoring tools, leading to duplication of effort, slower decision cycles, and inconsistent visibility across teams. The high volume of manual intervention required consumes significant engineering and support bandwidth, resulting in elevated operational costs and delayed resolution times.</a:t>
            </a:r>
          </a:p>
          <a:p>
            <a:pPr marL="0" indent="0">
              <a:buNone/>
            </a:pPr>
            <a:r>
              <a:rPr lang="en-US" sz="2000" dirty="0"/>
              <a:t>The organization envisions leveraging agentic AI-driven automation to orchestrate incident triage, correlation, root-cause analysis, and resolution recommendation across existing systems. The target outcome is a centralized, intelligent incident management layer that unifies multiple operational dashboards, reduces reliance on human resources for repetitive tasks, and enhances service reliability and response speed.</a:t>
            </a:r>
          </a:p>
          <a:p>
            <a:pPr marL="0" indent="0">
              <a:buNone/>
            </a:pPr>
            <a:endParaRPr lang="en-US" sz="2000" dirty="0"/>
          </a:p>
          <a:p>
            <a:pPr marL="0" indent="0">
              <a:buNone/>
            </a:pPr>
            <a:endParaRPr lang="en-US" sz="2000" dirty="0"/>
          </a:p>
          <a:p>
            <a:endParaRPr lang="en-IN" sz="2000" dirty="0"/>
          </a:p>
        </p:txBody>
      </p:sp>
    </p:spTree>
    <p:extLst>
      <p:ext uri="{BB962C8B-B14F-4D97-AF65-F5344CB8AC3E}">
        <p14:creationId xmlns:p14="http://schemas.microsoft.com/office/powerpoint/2010/main" val="33790608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7C54A3-A1D9-C60C-28E3-AA989F3422B5}"/>
              </a:ext>
            </a:extLst>
          </p:cNvPr>
          <p:cNvSpPr>
            <a:spLocks noGrp="1"/>
          </p:cNvSpPr>
          <p:nvPr>
            <p:ph type="title"/>
          </p:nvPr>
        </p:nvSpPr>
        <p:spPr/>
        <p:txBody>
          <a:bodyPr/>
          <a:lstStyle/>
          <a:p>
            <a:r>
              <a:rPr lang="en-US" dirty="0"/>
              <a:t>The MVP Blueprint (6-Week Plan)</a:t>
            </a:r>
            <a:br>
              <a:rPr lang="en-US" dirty="0"/>
            </a:br>
            <a:endParaRPr lang="en-IN" dirty="0"/>
          </a:p>
        </p:txBody>
      </p:sp>
      <p:sp>
        <p:nvSpPr>
          <p:cNvPr id="3" name="Content Placeholder 2">
            <a:extLst>
              <a:ext uri="{FF2B5EF4-FFF2-40B4-BE49-F238E27FC236}">
                <a16:creationId xmlns:a16="http://schemas.microsoft.com/office/drawing/2014/main" id="{994546E0-B1E3-37EC-1A74-71428B0D8287}"/>
              </a:ext>
            </a:extLst>
          </p:cNvPr>
          <p:cNvSpPr>
            <a:spLocks noGrp="1"/>
          </p:cNvSpPr>
          <p:nvPr>
            <p:ph idx="1"/>
          </p:nvPr>
        </p:nvSpPr>
        <p:spPr/>
        <p:txBody>
          <a:bodyPr>
            <a:normAutofit fontScale="55000" lnSpcReduction="20000"/>
          </a:bodyPr>
          <a:lstStyle/>
          <a:p>
            <a:pPr marL="0" indent="0">
              <a:buNone/>
            </a:pPr>
            <a:r>
              <a:rPr lang="en-US" dirty="0"/>
              <a:t>The goal is to fix one common problem (like a slow server) using just two of your current tools to prove the AI works without breaking anything.</a:t>
            </a:r>
          </a:p>
          <a:p>
            <a:pPr marL="0" indent="0">
              <a:buNone/>
            </a:pPr>
            <a:r>
              <a:rPr lang="en-US" dirty="0"/>
              <a:t>1. Stop the Noise (Clustering)</a:t>
            </a:r>
          </a:p>
          <a:p>
            <a:r>
              <a:rPr lang="en-US" dirty="0"/>
              <a:t>What it does: Connects two monitoring tools to one central inbox.</a:t>
            </a:r>
          </a:p>
          <a:p>
            <a:r>
              <a:rPr lang="en-US" dirty="0"/>
              <a:t>The AI's job: Combines 50 separate text alerts about the same server crash into one single ticket.</a:t>
            </a:r>
          </a:p>
          <a:p>
            <a:pPr marL="0" indent="0">
              <a:buNone/>
            </a:pPr>
            <a:r>
              <a:rPr lang="en-US" dirty="0"/>
              <a:t>2. Speed Up the Setup (Triage)</a:t>
            </a:r>
          </a:p>
          <a:p>
            <a:r>
              <a:rPr lang="en-US" dirty="0"/>
              <a:t>What it does: Finds the right person for the job instantly.</a:t>
            </a:r>
          </a:p>
          <a:p>
            <a:r>
              <a:rPr lang="en-US" dirty="0"/>
              <a:t>The AI's job: Reads the error, decides how urgent it is, and pings the correct engineer on Slack or Teams within 30 seconds.</a:t>
            </a:r>
          </a:p>
          <a:p>
            <a:pPr marL="0" indent="0">
              <a:buNone/>
            </a:pPr>
            <a:r>
              <a:rPr lang="en-US" dirty="0"/>
              <a:t>3. Find the Clue (Root Cause)</a:t>
            </a:r>
          </a:p>
          <a:p>
            <a:r>
              <a:rPr lang="en-US" dirty="0"/>
              <a:t>What it does: Investigates what changed right before the crash.</a:t>
            </a:r>
          </a:p>
          <a:p>
            <a:r>
              <a:rPr lang="en-US" dirty="0"/>
              <a:t>The AI's job: Writes a 3-bullet summary explaining what likely caused the issue (e.g., "A new software update went live 5 minutes ago").</a:t>
            </a:r>
          </a:p>
          <a:p>
            <a:pPr marL="0" indent="0">
              <a:buNone/>
            </a:pPr>
            <a:r>
              <a:rPr lang="en-US" dirty="0"/>
              <a:t>4. Suggest the Fix (Human-in-the-Loop)</a:t>
            </a:r>
          </a:p>
          <a:p>
            <a:r>
              <a:rPr lang="en-US" dirty="0"/>
              <a:t>What it does: Gives the engineer the exact solution.</a:t>
            </a:r>
          </a:p>
          <a:p>
            <a:r>
              <a:rPr lang="en-US" dirty="0"/>
              <a:t>The AI's job: Displays a button that says "Click here to restart the server." The AI does not fix it automatically; a human must click the button.</a:t>
            </a:r>
            <a:endParaRPr lang="en-IN" dirty="0"/>
          </a:p>
        </p:txBody>
      </p:sp>
    </p:spTree>
    <p:extLst>
      <p:ext uri="{BB962C8B-B14F-4D97-AF65-F5344CB8AC3E}">
        <p14:creationId xmlns:p14="http://schemas.microsoft.com/office/powerpoint/2010/main" val="39864119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F7CB2D-883A-4A90-277D-915CBDCDB2B1}"/>
              </a:ext>
            </a:extLst>
          </p:cNvPr>
          <p:cNvSpPr>
            <a:spLocks noGrp="1"/>
          </p:cNvSpPr>
          <p:nvPr>
            <p:ph type="title"/>
          </p:nvPr>
        </p:nvSpPr>
        <p:spPr/>
        <p:txBody>
          <a:bodyPr/>
          <a:lstStyle/>
          <a:p>
            <a:r>
              <a:rPr lang="en-US" dirty="0"/>
              <a:t>The AI Agent Logic (How it Works)</a:t>
            </a:r>
            <a:br>
              <a:rPr lang="en-US" dirty="0"/>
            </a:br>
            <a:endParaRPr lang="en-IN" dirty="0"/>
          </a:p>
        </p:txBody>
      </p:sp>
      <p:sp>
        <p:nvSpPr>
          <p:cNvPr id="3" name="Content Placeholder 2">
            <a:extLst>
              <a:ext uri="{FF2B5EF4-FFF2-40B4-BE49-F238E27FC236}">
                <a16:creationId xmlns:a16="http://schemas.microsoft.com/office/drawing/2014/main" id="{0F182F43-0966-A9BC-FA94-7B16D7B67B0A}"/>
              </a:ext>
            </a:extLst>
          </p:cNvPr>
          <p:cNvSpPr>
            <a:spLocks noGrp="1"/>
          </p:cNvSpPr>
          <p:nvPr>
            <p:ph idx="1"/>
          </p:nvPr>
        </p:nvSpPr>
        <p:spPr>
          <a:xfrm>
            <a:off x="537329" y="1825625"/>
            <a:ext cx="11312164" cy="4351338"/>
          </a:xfrm>
        </p:spPr>
        <p:txBody>
          <a:bodyPr>
            <a:normAutofit/>
          </a:bodyPr>
          <a:lstStyle/>
          <a:p>
            <a:pPr marL="0" indent="0">
              <a:buNone/>
            </a:pPr>
            <a:r>
              <a:rPr lang="en-US" sz="2000" dirty="0"/>
              <a:t>[Monitoring Tool Alert] ➡️ [AI Agent Diagnostic] ➡️ [Slack Notification with Root Cause &amp; Fix Button]</a:t>
            </a:r>
          </a:p>
          <a:p>
            <a:pPr marL="0" indent="0">
              <a:buNone/>
            </a:pPr>
            <a:endParaRPr lang="en-US" sz="2400" dirty="0"/>
          </a:p>
          <a:p>
            <a:r>
              <a:rPr lang="en-US" sz="2400" dirty="0"/>
              <a:t>Trigger: A monitoring tool (like Datadog) detects memory usage at  and sends the raw data to the AI Agent.</a:t>
            </a:r>
          </a:p>
          <a:p>
            <a:r>
              <a:rPr lang="en-US" sz="2400" dirty="0"/>
              <a:t>AI Investigation: The Agent automatically checks the server logs and recent code updates from the last 15 minutes.</a:t>
            </a:r>
          </a:p>
          <a:p>
            <a:r>
              <a:rPr lang="en-US" sz="2400" dirty="0"/>
              <a:t>Result: The Agent identifies that a specific new code deployment caused the leak, writes a summary, and sends it to Slack with a "Rollback" button.</a:t>
            </a:r>
            <a:endParaRPr lang="en-US" dirty="0"/>
          </a:p>
          <a:p>
            <a:endParaRPr lang="en-IN" dirty="0"/>
          </a:p>
        </p:txBody>
      </p:sp>
    </p:spTree>
    <p:extLst>
      <p:ext uri="{BB962C8B-B14F-4D97-AF65-F5344CB8AC3E}">
        <p14:creationId xmlns:p14="http://schemas.microsoft.com/office/powerpoint/2010/main" val="22595867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2C2A7-0A4A-63E3-2B5C-DCC239566ADB}"/>
              </a:ext>
            </a:extLst>
          </p:cNvPr>
          <p:cNvSpPr>
            <a:spLocks noGrp="1"/>
          </p:cNvSpPr>
          <p:nvPr>
            <p:ph type="title"/>
          </p:nvPr>
        </p:nvSpPr>
        <p:spPr/>
        <p:txBody>
          <a:bodyPr/>
          <a:lstStyle/>
          <a:p>
            <a:r>
              <a:rPr lang="en-US" dirty="0"/>
              <a:t>End-to-End AI Operational Workflow</a:t>
            </a:r>
            <a:br>
              <a:rPr lang="en-US" dirty="0"/>
            </a:br>
            <a:endParaRPr lang="en-IN" dirty="0"/>
          </a:p>
        </p:txBody>
      </p:sp>
      <p:sp>
        <p:nvSpPr>
          <p:cNvPr id="3" name="Content Placeholder 2">
            <a:extLst>
              <a:ext uri="{FF2B5EF4-FFF2-40B4-BE49-F238E27FC236}">
                <a16:creationId xmlns:a16="http://schemas.microsoft.com/office/drawing/2014/main" id="{D82408E6-16DC-EF55-4F03-049E1970169C}"/>
              </a:ext>
            </a:extLst>
          </p:cNvPr>
          <p:cNvSpPr>
            <a:spLocks noGrp="1"/>
          </p:cNvSpPr>
          <p:nvPr>
            <p:ph idx="1"/>
          </p:nvPr>
        </p:nvSpPr>
        <p:spPr/>
        <p:txBody>
          <a:bodyPr>
            <a:normAutofit fontScale="40000" lnSpcReduction="20000"/>
          </a:bodyPr>
          <a:lstStyle/>
          <a:p>
            <a:pPr marL="0" indent="0">
              <a:buNone/>
            </a:pPr>
            <a:r>
              <a:rPr lang="en-US" dirty="0"/>
              <a:t>[1. DETECT] ----&gt; [2. INVESTIGATE] ----&gt; [3. TRIAGE &amp; CONTEXT] ----&gt; [4. RECOMMEND &amp; ACT]</a:t>
            </a:r>
          </a:p>
          <a:p>
            <a:pPr marL="0" indent="0">
              <a:buNone/>
            </a:pPr>
            <a:r>
              <a:rPr lang="en-US" dirty="0">
                <a:highlight>
                  <a:srgbClr val="FFFF00"/>
                </a:highlight>
              </a:rPr>
              <a:t>  Datadog           AI Agent scans          AI builds Slack           Engineer clicks</a:t>
            </a:r>
          </a:p>
          <a:p>
            <a:pPr marL="0" indent="0">
              <a:buNone/>
            </a:pPr>
            <a:r>
              <a:rPr lang="en-US" dirty="0">
                <a:highlight>
                  <a:srgbClr val="FFFF00"/>
                </a:highlight>
              </a:rPr>
              <a:t>  95% Memory        Logs &amp; Deploys          Alert with Button         "</a:t>
            </a:r>
            <a:r>
              <a:rPr lang="en-US">
                <a:highlight>
                  <a:srgbClr val="FFFF00"/>
                </a:highlight>
              </a:rPr>
              <a:t>Approve Rollback“</a:t>
            </a:r>
          </a:p>
          <a:p>
            <a:pPr marL="0" indent="0">
              <a:buNone/>
            </a:pPr>
            <a:endParaRPr lang="en-US" dirty="0">
              <a:highlight>
                <a:srgbClr val="FFFF00"/>
              </a:highlight>
            </a:endParaRPr>
          </a:p>
          <a:p>
            <a:pPr marL="0" indent="0">
              <a:buNone/>
            </a:pPr>
            <a:r>
              <a:rPr lang="en-US" u="sng" dirty="0"/>
              <a:t>Step 1: Detection &amp; Ingestion (Input)</a:t>
            </a:r>
          </a:p>
          <a:p>
            <a:r>
              <a:rPr lang="en-US" dirty="0"/>
              <a:t>Action: The monitoring system (e.g., Datadog) triggers a critical webhook.</a:t>
            </a:r>
          </a:p>
          <a:p>
            <a:r>
              <a:rPr lang="en-US" dirty="0"/>
              <a:t>Data Sent: Payload containing the impacted service (payment-gateway), metric (95% memory used), and a timestamp.</a:t>
            </a:r>
          </a:p>
          <a:p>
            <a:pPr marL="0" indent="0">
              <a:buNone/>
            </a:pPr>
            <a:r>
              <a:rPr lang="en-US" u="sng" dirty="0"/>
              <a:t>Step 2: Automated Investigation (Processing)</a:t>
            </a:r>
          </a:p>
          <a:p>
            <a:r>
              <a:rPr lang="en-US" dirty="0"/>
              <a:t>Action: The AI Agent is activated by the alert. It concurrently queries the deployment system API (e.g., GitHub/GitLab) and the log aggregator API (e.g., Splunk).</a:t>
            </a:r>
          </a:p>
          <a:p>
            <a:r>
              <a:rPr lang="en-US" dirty="0"/>
              <a:t>Data Gathered: Fetches deployment logs from the last 15 minutes and the latest 100 lines of system error logs.</a:t>
            </a:r>
          </a:p>
          <a:p>
            <a:pPr marL="0" indent="0">
              <a:buNone/>
            </a:pPr>
            <a:r>
              <a:rPr lang="en-US" u="sng" dirty="0"/>
              <a:t>Step 3: Correlation &amp; Triage (Analysis)</a:t>
            </a:r>
          </a:p>
          <a:p>
            <a:r>
              <a:rPr lang="en-US" dirty="0"/>
              <a:t>Action: The AI parses the text, matching the time of deployment with string errors like </a:t>
            </a:r>
            <a:r>
              <a:rPr lang="en-US" dirty="0" err="1"/>
              <a:t>java.lang.OutOfMemoryError</a:t>
            </a:r>
            <a:r>
              <a:rPr lang="en-US" dirty="0"/>
              <a:t>.</a:t>
            </a:r>
          </a:p>
          <a:p>
            <a:r>
              <a:rPr lang="en-US" dirty="0"/>
              <a:t>Data Created: The agent structures an incident bundle, flags the priority as Critical, and writes a clear summary.</a:t>
            </a:r>
          </a:p>
          <a:p>
            <a:pPr marL="0" indent="0">
              <a:buNone/>
            </a:pPr>
            <a:r>
              <a:rPr lang="en-US" u="sng" dirty="0"/>
              <a:t>Step 4: Interactive Remediation (Output &amp; Action)</a:t>
            </a:r>
          </a:p>
          <a:p>
            <a:r>
              <a:rPr lang="en-US" dirty="0"/>
              <a:t>Action: The AI delivers a formatted alert payload directly into the team's communication channel (Slack/Teams).</a:t>
            </a:r>
          </a:p>
          <a:p>
            <a:r>
              <a:rPr lang="en-US" dirty="0"/>
              <a:t>The "Human-in-the-Loop" Step: The message contains an interactive action button linked to a deployment tool webhook. Clicking this button triggers an immediate safe rollback. </a:t>
            </a:r>
          </a:p>
          <a:p>
            <a:endParaRPr lang="en-IN" dirty="0"/>
          </a:p>
        </p:txBody>
      </p:sp>
    </p:spTree>
    <p:extLst>
      <p:ext uri="{BB962C8B-B14F-4D97-AF65-F5344CB8AC3E}">
        <p14:creationId xmlns:p14="http://schemas.microsoft.com/office/powerpoint/2010/main" val="5625528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A95AC128-7914-F1CA-9074-0A8C86E7CCB2}"/>
              </a:ext>
            </a:extLst>
          </p:cNvPr>
          <p:cNvPicPr>
            <a:picLocks noChangeAspect="1"/>
          </p:cNvPicPr>
          <p:nvPr/>
        </p:nvPicPr>
        <p:blipFill>
          <a:blip r:embed="rId2"/>
          <a:stretch>
            <a:fillRect/>
          </a:stretch>
        </p:blipFill>
        <p:spPr>
          <a:xfrm>
            <a:off x="3778030" y="443192"/>
            <a:ext cx="4315427" cy="5839640"/>
          </a:xfrm>
          <a:prstGeom prst="rect">
            <a:avLst/>
          </a:prstGeom>
        </p:spPr>
      </p:pic>
    </p:spTree>
    <p:extLst>
      <p:ext uri="{BB962C8B-B14F-4D97-AF65-F5344CB8AC3E}">
        <p14:creationId xmlns:p14="http://schemas.microsoft.com/office/powerpoint/2010/main" val="66751356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27</TotalTime>
  <Words>785</Words>
  <Application>Microsoft Office PowerPoint</Application>
  <PresentationFormat>Widescreen</PresentationFormat>
  <Paragraphs>44</Paragraphs>
  <Slides>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Aptos</vt:lpstr>
      <vt:lpstr>Aptos Display</vt:lpstr>
      <vt:lpstr>Arial</vt:lpstr>
      <vt:lpstr>Office Theme</vt:lpstr>
      <vt:lpstr>Intelligent Triage</vt:lpstr>
      <vt:lpstr>PROBLEM STATEMENT</vt:lpstr>
      <vt:lpstr>The MVP Blueprint (6-Week Plan) </vt:lpstr>
      <vt:lpstr>The AI Agent Logic (How it Works) </vt:lpstr>
      <vt:lpstr>End-to-End AI Operational Workflow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Len Costa</dc:creator>
  <cp:lastModifiedBy>Len Costa</cp:lastModifiedBy>
  <cp:revision>1</cp:revision>
  <dcterms:created xsi:type="dcterms:W3CDTF">2026-05-14T08:49:34Z</dcterms:created>
  <dcterms:modified xsi:type="dcterms:W3CDTF">2026-05-14T09:17:01Z</dcterms:modified>
</cp:coreProperties>
</file>