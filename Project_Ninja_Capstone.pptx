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Snowflake Cortex</c:v>
                  </c:pt>
                  <c:pt idx="1">
                    <c:v>Azure GPT-4o</c:v>
                  </c:pt>
                  <c:pt idx="2">
                    <c:v>Claude 3.5</c:v>
                  </c:pt>
                  <c:pt idx="3">
                    <c:v>Infra/DevOps</c:v>
                  </c:pt>
                  <c:pt idx="4">
                    <c:v>People (8 roles)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Snowflake Cortex</c:v>
                  </c:pt>
                  <c:pt idx="1">
                    <c:v>Azure GPT-4o</c:v>
                  </c:pt>
                  <c:pt idx="2">
                    <c:v>Claude 3.5</c:v>
                  </c:pt>
                  <c:pt idx="3">
                    <c:v>Infra/DevOps</c:v>
                  </c:pt>
                  <c:pt idx="4">
                    <c:v>People (8 roles)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Real Tickets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4" name="Image 0" descr="/tmp/assets/ic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9" name="Image 1" descr="/tmp/assets/ic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/tmp/assets/ic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1" descr="/tmp/assets/ic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2" descr="/tmp/assets/ic_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quantified cost of inaction:  </a:t>
            </a:r>
            <a:pPr algn="ctr" indent="0" marL="0">
              <a:buNone/>
            </a:pP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10" name="Image 0" descr="/tmp/assets/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6" name="Image 1" descr="/tmp/assets/ic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22" name="Image 2" descr="/tmp/assets/ic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· ANIMATED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Frustrated User Calls IT…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automated resolution — narrated, cinematic walkthrough of the autonomous “wow” moment.</a:t>
            </a:r>
            <a:endParaRPr lang="en-US" sz="13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7360" y="1783080"/>
            <a:ext cx="649224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920240"/>
            <a:ext cx="548640" cy="5486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0" name="Image 0" descr="/tmp/assets/ic_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20299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user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0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down at 2 A.M. — expecting a queue.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503920" y="3154680"/>
            <a:ext cx="548640" cy="5486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4" name="Image 1" descr="/tmp/assets/ic_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32644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0" y="34472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outage (conf 0.99), auto-restores.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503920" y="4389120"/>
            <a:ext cx="548640" cy="5486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8" name="Image 2" descr="/tmp/assets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4988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144000" y="468172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“Resolved. You’re all set.” — &lt; 10 min, zero human touch.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EXPERIENCE · ANIMATED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Administrator Becomes a Supervisor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scripts to three agents working round the clock — the admin now just approves the hard calls.</a:t>
            </a:r>
            <a:endParaRPr lang="en-US" sz="13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7360" y="1783080"/>
            <a:ext cx="649224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920240"/>
            <a:ext cx="548640" cy="5486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10" name="Image 0" descr="/tmp/assets/ic_c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20299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0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patching, brittle scripts, every alert his.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503920" y="3154680"/>
            <a:ext cx="548640" cy="5486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14" name="Image 1" descr="/tmp/assets/ic_peo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32644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 live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0" y="34472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Alan, Ada, Grace run 24/7 — no drama.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503920" y="4389120"/>
            <a:ext cx="548640" cy="5486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18" name="Image 2" descr="/tmp/assets/ic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4988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144000" y="468172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45s — human owns judgment; agents own routine.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605272"/>
                <a:gridCol w="1828800"/>
                <a:gridCol w="182880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9" name="Image 0" descr="/tmp/assets/ic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15" name="Image 1" descr="/tmp/assets/ic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1" name="Image 2" descr="/tmp/assets/ic_c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7" name="Image 3" descr="/tmp/assets/ic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9" name="Image 0" descr="/tmp/assets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4" name="Image 1" descr="/tmp/assets/ic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9" name="Image 2" descr="/tmp/assets/ic_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4" name="Image 3" descr="/tmp/assets/ic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9" name="Image 4" descr="/tmp/assets/ic_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34" name="Image 5" descr="/tmp/assets/ic_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39" name="Image 6" descr="/tmp/assets/ic_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44" name="Image 7" descr="/tmp/assets/ic_handshak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Group 5 — NinjaOps AI</cp:lastModifiedBy>
  <cp:revision>1</cp:revision>
  <dcterms:created xsi:type="dcterms:W3CDTF">2026-06-02T19:48:19Z</dcterms:created>
  <dcterms:modified xsi:type="dcterms:W3CDTF">2026-06-02T19:48:19Z</dcterms:modified>
</cp:coreProperties>
</file>